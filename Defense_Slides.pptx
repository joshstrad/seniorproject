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7"/>
  </p:notesMasterIdLst>
  <p:sldIdLst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B6C33B-F5F7-471D-B82D-54C20B4DB9AA}" v="102" dt="2026-04-24T15:07:33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Stradford" userId="3dfbc4314e0510e8" providerId="LiveId" clId="{F3239E84-6D2A-435D-B16A-C360202224D3}"/>
    <pc:docChg chg="modSld">
      <pc:chgData name="Joshua Stradford" userId="3dfbc4314e0510e8" providerId="LiveId" clId="{F3239E84-6D2A-435D-B16A-C360202224D3}" dt="2026-04-24T15:07:33.222" v="101" actId="20577"/>
      <pc:docMkLst>
        <pc:docMk/>
      </pc:docMkLst>
      <pc:sldChg chg="modSp mod">
        <pc:chgData name="Joshua Stradford" userId="3dfbc4314e0510e8" providerId="LiveId" clId="{F3239E84-6D2A-435D-B16A-C360202224D3}" dt="2026-04-24T15:07:33.222" v="101" actId="20577"/>
        <pc:sldMkLst>
          <pc:docMk/>
          <pc:sldMk cId="1095576704" sldId="289"/>
        </pc:sldMkLst>
        <pc:spChg chg="mod">
          <ac:chgData name="Joshua Stradford" userId="3dfbc4314e0510e8" providerId="LiveId" clId="{F3239E84-6D2A-435D-B16A-C360202224D3}" dt="2026-04-24T15:07:33.222" v="101" actId="20577"/>
          <ac:spMkLst>
            <pc:docMk/>
            <pc:sldMk cId="1095576704" sldId="289"/>
            <ac:spMk id="5" creationId="{A67EAAC4-BFF1-47A6-141B-B6F994C71EB4}"/>
          </ac:spMkLst>
        </pc:spChg>
      </pc:sldChg>
      <pc:sldChg chg="modSp mod">
        <pc:chgData name="Joshua Stradford" userId="3dfbc4314e0510e8" providerId="LiveId" clId="{F3239E84-6D2A-435D-B16A-C360202224D3}" dt="2026-04-24T15:06:42.538" v="32" actId="20577"/>
        <pc:sldMkLst>
          <pc:docMk/>
          <pc:sldMk cId="1543320466" sldId="290"/>
        </pc:sldMkLst>
        <pc:spChg chg="mod">
          <ac:chgData name="Joshua Stradford" userId="3dfbc4314e0510e8" providerId="LiveId" clId="{F3239E84-6D2A-435D-B16A-C360202224D3}" dt="2026-04-24T15:06:42.538" v="32" actId="20577"/>
          <ac:spMkLst>
            <pc:docMk/>
            <pc:sldMk cId="1543320466" sldId="290"/>
            <ac:spMk id="3" creationId="{87698F6D-91B1-F44D-6F4D-2944380DA4D5}"/>
          </ac:spMkLst>
        </pc:spChg>
      </pc:sldChg>
      <pc:sldChg chg="modSp mod">
        <pc:chgData name="Joshua Stradford" userId="3dfbc4314e0510e8" providerId="LiveId" clId="{F3239E84-6D2A-435D-B16A-C360202224D3}" dt="2026-04-24T13:56:00.043" v="24" actId="20577"/>
        <pc:sldMkLst>
          <pc:docMk/>
          <pc:sldMk cId="3908373923" sldId="292"/>
        </pc:sldMkLst>
        <pc:spChg chg="mod">
          <ac:chgData name="Joshua Stradford" userId="3dfbc4314e0510e8" providerId="LiveId" clId="{F3239E84-6D2A-435D-B16A-C360202224D3}" dt="2026-04-24T13:56:00.043" v="24" actId="20577"/>
          <ac:spMkLst>
            <pc:docMk/>
            <pc:sldMk cId="3908373923" sldId="292"/>
            <ac:spMk id="3" creationId="{37C5346F-AF91-961D-1757-520258E4EE7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94D2E-832E-4454-88B1-C6C215C9E55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A0A09-6FA2-432A-878F-290AC51C7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3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6/6/2019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r>
              <a:rPr lang="en-US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r>
              <a:rPr lang="en-US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6/6/2019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2668F1A4-6DBB-4F0B-A679-6EE548363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B8DBF1C0-B8F1-4AAC-8704-256BA0E9D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 descr="purple tinted chalkboard">
            <a:extLst>
              <a:ext uri="{FF2B5EF4-FFF2-40B4-BE49-F238E27FC236}">
                <a16:creationId xmlns:a16="http://schemas.microsoft.com/office/drawing/2014/main" id="{12751E25-7490-4E9F-B6B6-99147D39E6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5000"/>
          </a:blip>
          <a:srcRect r="-1" b="21257"/>
          <a:stretch/>
        </p:blipFill>
        <p:spPr>
          <a:xfrm>
            <a:off x="474133" y="474133"/>
            <a:ext cx="11243734" cy="5909733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B1457-35E0-409B-98CD-F11D19CA6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2099733"/>
            <a:ext cx="8827245" cy="2677648"/>
          </a:xfrm>
        </p:spPr>
        <p:txBody>
          <a:bodyPr>
            <a:normAutofit/>
          </a:bodyPr>
          <a:lstStyle/>
          <a:p>
            <a:r>
              <a:rPr lang="en-US" err="1">
                <a:solidFill>
                  <a:srgbClr val="FFFFFF"/>
                </a:solidFill>
              </a:rPr>
              <a:t>GameWinningStats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DD245-17CD-4FBE-A9CF-AC997273D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4777380"/>
            <a:ext cx="8827245" cy="8614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Joshua </a:t>
            </a:r>
            <a:r>
              <a:rPr lang="en-US" err="1">
                <a:solidFill>
                  <a:srgbClr val="FFFFFF"/>
                </a:solidFill>
              </a:rPr>
              <a:t>stradford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70F7E59-C971-4F55-8E3A-1E583B65F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37C60-7794-81BA-214C-88DD6B7E4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C116B-0B8C-841C-B537-A98BC76D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Sports fans want quick access to player stats and comparison tools</a:t>
            </a:r>
          </a:p>
          <a:p>
            <a:r>
              <a:rPr lang="en-US"/>
              <a:t>Data is currently spread across multiple websites</a:t>
            </a:r>
          </a:p>
          <a:p>
            <a:r>
              <a:rPr lang="en-US"/>
              <a:t>Requires multiple searches and navigation steps</a:t>
            </a:r>
          </a:p>
          <a:p>
            <a:r>
              <a:rPr lang="en-US"/>
              <a:t>Leads to inefficient and frustrating fan experience</a:t>
            </a:r>
          </a:p>
        </p:txBody>
      </p:sp>
    </p:spTree>
    <p:extLst>
      <p:ext uri="{BB962C8B-B14F-4D97-AF65-F5344CB8AC3E}">
        <p14:creationId xmlns:p14="http://schemas.microsoft.com/office/powerpoint/2010/main" val="81672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AF356-9DD2-46CD-D287-CA9133C0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Purpose/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E786E-F306-8721-92AA-779C15AA3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Build a centralized sports analytics platform</a:t>
            </a:r>
          </a:p>
          <a:p>
            <a:r>
              <a:rPr lang="en-US"/>
              <a:t>Combine data from multiple sources into one site</a:t>
            </a:r>
          </a:p>
          <a:p>
            <a:r>
              <a:rPr lang="en-US"/>
              <a:t>Provide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Player 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Player Profiles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Stats and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Comparisons</a:t>
            </a:r>
          </a:p>
          <a:p>
            <a:r>
              <a:rPr lang="en-US"/>
              <a:t>Goal: Make Player data fast, simple, and accessible</a:t>
            </a:r>
          </a:p>
          <a:p>
            <a:pPr marL="0" indent="0">
              <a:buNone/>
            </a:pP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9450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E64CF-0C80-F01A-E011-EFC95BD6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ABB4A-6A79-7E74-2CC9-62A5FCD60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Languages: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JavaScript for React and Gatsby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HTML and CSS</a:t>
            </a:r>
          </a:p>
          <a:p>
            <a:r>
              <a:rPr lang="en-US"/>
              <a:t>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err="1"/>
              <a:t>BeautifulSoup</a:t>
            </a:r>
            <a:r>
              <a:rPr lang="en-US"/>
              <a:t>, pandas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Netlify</a:t>
            </a:r>
          </a:p>
        </p:txBody>
      </p:sp>
    </p:spTree>
    <p:extLst>
      <p:ext uri="{BB962C8B-B14F-4D97-AF65-F5344CB8AC3E}">
        <p14:creationId xmlns:p14="http://schemas.microsoft.com/office/powerpoint/2010/main" val="461526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73A19-2ADC-2A4A-16DE-B196BC1A0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FBC8E-67B7-DF77-17E5-F86A177C5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Backend using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Web scraping scripts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Data processing into JSON file</a:t>
            </a:r>
          </a:p>
          <a:p>
            <a:r>
              <a:rPr lang="en-US"/>
              <a:t>Frontend using React and Gatsby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UI rendering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Player pages</a:t>
            </a:r>
          </a:p>
          <a:p>
            <a:r>
              <a:rPr lang="en-US"/>
              <a:t>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Deployed on Netlify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23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9DFB6-9FAD-5190-2383-EB0992F40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A4AF-5219-2228-9983-87756016E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Player search functionality</a:t>
            </a:r>
          </a:p>
          <a:p>
            <a:r>
              <a:rPr lang="en-US"/>
              <a:t>Player profile pages</a:t>
            </a:r>
          </a:p>
          <a:p>
            <a:r>
              <a:rPr lang="en-US"/>
              <a:t>Team pages</a:t>
            </a:r>
          </a:p>
          <a:p>
            <a:r>
              <a:rPr lang="en-US"/>
              <a:t>Stat Tables</a:t>
            </a:r>
          </a:p>
          <a:p>
            <a:r>
              <a:rPr lang="en-US"/>
              <a:t>Ranking Game and Comparison tool</a:t>
            </a:r>
          </a:p>
          <a:p>
            <a:r>
              <a:rPr lang="en-US"/>
              <a:t>Multi-sport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NBA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NFL QBs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MLB pitchers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5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Freeform 5">
            <a:extLst>
              <a:ext uri="{FF2B5EF4-FFF2-40B4-BE49-F238E27FC236}">
                <a16:creationId xmlns:a16="http://schemas.microsoft.com/office/drawing/2014/main" id="{11CAC6F2-0806-417B-BF5D-5AEF6195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4723B02-0AAB-4F6E-BA41-8ED99D559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62362-4ADC-E804-0AC0-83702C7C7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773" y="1113062"/>
            <a:ext cx="3382297" cy="32819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Player Profile Example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2A7B88B-EC2E-E67B-71CE-869BB26D5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0773" y="4591665"/>
            <a:ext cx="3382298" cy="11501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Fig 1. Player profile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E574F8-8B9C-2F53-200A-C8C19BD5A8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12" b="1"/>
          <a:stretch>
            <a:fillRect/>
          </a:stretch>
        </p:blipFill>
        <p:spPr>
          <a:xfrm>
            <a:off x="1109763" y="1607501"/>
            <a:ext cx="6470907" cy="363988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1625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11CAC6F2-0806-417B-BF5D-5AEF6195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723B02-0AAB-4F6E-BA41-8ED99D559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E2CD3-96BA-D675-5F1F-14001A479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773" y="1113062"/>
            <a:ext cx="3382297" cy="32819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571500" indent="-571500">
              <a:lnSpc>
                <a:spcPct val="90000"/>
              </a:lnSpc>
            </a:pPr>
            <a:r>
              <a:rPr lang="en-US" sz="1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Data Pipeline </a:t>
            </a:r>
            <a:br>
              <a:rPr lang="en-US" sz="1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sz="1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-Scraped data from sports reference sites</a:t>
            </a:r>
            <a:br>
              <a:rPr lang="en-US" sz="1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sz="1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- Parsed HTML using beautifulSoup</a:t>
            </a:r>
            <a:br>
              <a:rPr lang="en-US" sz="1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sz="1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- Converted structure to JSON</a:t>
            </a:r>
            <a:br>
              <a:rPr lang="en-US" sz="1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sz="1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- JSON used in frontend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5D7AA-5F6A-DBB4-47E8-B841B5594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60773" y="4591665"/>
            <a:ext cx="3382298" cy="115015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800" b="0" i="0" kern="1200" cap="all">
              <a:solidFill>
                <a:schemeClr val="accent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C22E49-79CC-0126-6503-F4C29EA9B7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27" r="11920" b="7865"/>
          <a:stretch>
            <a:fillRect/>
          </a:stretch>
        </p:blipFill>
        <p:spPr>
          <a:xfrm>
            <a:off x="1109763" y="1607504"/>
            <a:ext cx="6470907" cy="363987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221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FB3475-4121-7150-6FFE-E82C9ADE3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Overcome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7EAAC4-BFF1-47A6-141B-B6F994C71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Cloudflare website blocking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Solved by switching to offline/local craping method using curl commands</a:t>
            </a:r>
          </a:p>
          <a:p>
            <a:r>
              <a:rPr lang="en-US"/>
              <a:t>Hidden HTML tables</a:t>
            </a:r>
          </a:p>
          <a:p>
            <a:r>
              <a:rPr lang="en-US"/>
              <a:t>ESPN overwriting interceptions and sacks stats</a:t>
            </a:r>
          </a:p>
          <a:p>
            <a:r>
              <a:rPr lang="en-US"/>
              <a:t>Learned real-world debugging and problem solving</a:t>
            </a:r>
          </a:p>
        </p:txBody>
      </p:sp>
    </p:spTree>
    <p:extLst>
      <p:ext uri="{BB962C8B-B14F-4D97-AF65-F5344CB8AC3E}">
        <p14:creationId xmlns:p14="http://schemas.microsoft.com/office/powerpoint/2010/main" val="1095576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7AAAD-C652-D897-0620-86EED658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98F6D-91B1-F44D-6F4D-2944380DA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Manual and python testing using </a:t>
            </a:r>
            <a:r>
              <a:rPr lang="en-US" err="1"/>
              <a:t>pytest</a:t>
            </a:r>
            <a:endParaRPr lang="en-US"/>
          </a:p>
          <a:p>
            <a:r>
              <a:rPr lang="en-US"/>
              <a:t>Tested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Player 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Page loading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Data accuracy</a:t>
            </a:r>
          </a:p>
          <a:p>
            <a:r>
              <a:rPr lang="en-US"/>
              <a:t>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All core features functional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Fast load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Stable UI</a:t>
            </a:r>
          </a:p>
        </p:txBody>
      </p:sp>
    </p:spTree>
    <p:extLst>
      <p:ext uri="{BB962C8B-B14F-4D97-AF65-F5344CB8AC3E}">
        <p14:creationId xmlns:p14="http://schemas.microsoft.com/office/powerpoint/2010/main" val="1543320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E4FD9-4F20-DD09-593A-3F830434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27EDF-6D92-05AE-7893-2E6299CE1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Live API integration</a:t>
            </a:r>
          </a:p>
          <a:p>
            <a:r>
              <a:rPr lang="en-US"/>
              <a:t>More player comparison tools</a:t>
            </a:r>
          </a:p>
          <a:p>
            <a:r>
              <a:rPr lang="en-US"/>
              <a:t>User accounts</a:t>
            </a:r>
          </a:p>
          <a:p>
            <a:r>
              <a:rPr lang="en-US"/>
              <a:t>Real-time stats and game logs</a:t>
            </a:r>
          </a:p>
          <a:p>
            <a:r>
              <a:rPr lang="en-US"/>
              <a:t>More sports coverage</a:t>
            </a:r>
          </a:p>
        </p:txBody>
      </p:sp>
    </p:spTree>
    <p:extLst>
      <p:ext uri="{BB962C8B-B14F-4D97-AF65-F5344CB8AC3E}">
        <p14:creationId xmlns:p14="http://schemas.microsoft.com/office/powerpoint/2010/main" val="3943511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BE3A-A444-B2EA-58BE-CB1B5F671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5346F-AF91-961D-1757-520258E4E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Gained experience in web scraping, react development, and website 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9083739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4B8C88-7AFD-4F93-AF50-E36A0AADA3C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AC0CEB4-BFAC-4014-9B69-2CFFE0B783D9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F666C14-7219-46F1-8169-9E45DA110A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 design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Ion Boardroom</vt:lpstr>
      <vt:lpstr>GameWinningStats</vt:lpstr>
      <vt:lpstr>Problem Statement</vt:lpstr>
      <vt:lpstr>Purpose/ Solution</vt:lpstr>
      <vt:lpstr>Technologies Used</vt:lpstr>
      <vt:lpstr>System Architecture</vt:lpstr>
      <vt:lpstr>Key Features</vt:lpstr>
      <vt:lpstr>Player Profile Example</vt:lpstr>
      <vt:lpstr>Data Pipeline  -Scraped data from sports reference sites - Parsed HTML using beautifulSoup - Converted structure to JSON - JSON used in frontend</vt:lpstr>
      <vt:lpstr>Challenges Overcome</vt:lpstr>
      <vt:lpstr>Test Plan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Stradford</dc:creator>
  <cp:revision>1</cp:revision>
  <dcterms:created xsi:type="dcterms:W3CDTF">2026-04-23T16:32:39Z</dcterms:created>
  <dcterms:modified xsi:type="dcterms:W3CDTF">2026-04-24T15:08:11Z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